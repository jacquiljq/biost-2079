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77" y="2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Diabetic Patients Readmission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Machine Learning Final Project</a:t>
            </a:r>
            <a:endParaRPr lang="en-US" dirty="0"/>
          </a:p>
          <a:p>
            <a:r>
              <a:rPr lang="en-US" altLang="zh-CN" dirty="0" err="1"/>
              <a:t>Jiaqing</a:t>
            </a:r>
            <a:r>
              <a:rPr lang="en-US" altLang="zh-CN" dirty="0"/>
              <a:t> Li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30-day readmission</a:t>
            </a:r>
          </a:p>
          <a:p>
            <a:r>
              <a:t>Input: patient data</a:t>
            </a:r>
          </a:p>
          <a:p>
            <a:r>
              <a:t>Output: binary prediction</a:t>
            </a:r>
          </a:p>
          <a:p>
            <a:r>
              <a:t>Goal: improve care &amp; reduce cost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130 US hospitals (1999–2008)</a:t>
            </a:r>
          </a:p>
          <a:p>
            <a:r>
              <a:t>~100k records</a:t>
            </a:r>
          </a:p>
          <a:p>
            <a:r>
              <a:t>45+ features</a:t>
            </a:r>
          </a:p>
          <a:p>
            <a:r>
              <a:t>Classification task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imbalance</a:t>
            </a:r>
          </a:p>
          <a:p>
            <a:r>
              <a:t>Missing values</a:t>
            </a:r>
          </a:p>
          <a:p>
            <a:r>
              <a:t>Many categorical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Replace '?' with NaN</a:t>
            </a:r>
          </a:p>
          <a:p>
            <a:r>
              <a:t>Drop ID columns</a:t>
            </a:r>
          </a:p>
          <a:p>
            <a:r>
              <a:t>Drop &gt;80% missing</a:t>
            </a:r>
          </a:p>
          <a:p>
            <a:r>
              <a:t>One-hot encoding</a:t>
            </a:r>
          </a:p>
          <a:p>
            <a:r>
              <a:t>Scaling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Imbalance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RandomOverSampler</a:t>
            </a:r>
          </a:p>
          <a:p>
            <a:r>
              <a:t>Applied inside pipeline</a:t>
            </a:r>
          </a:p>
          <a:p>
            <a:r>
              <a:t>Avoid data leakage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Regression</a:t>
            </a:r>
          </a:p>
          <a:p>
            <a:r>
              <a:t>KNN</a:t>
            </a:r>
          </a:p>
          <a:p>
            <a:r>
              <a:t>Decision Tree</a:t>
            </a:r>
          </a:p>
          <a:p>
            <a:r>
              <a:t>Random Forest</a:t>
            </a:r>
          </a:p>
          <a:p>
            <a:r>
              <a:t>Gradient Boosting</a:t>
            </a:r>
          </a:p>
          <a:p>
            <a:r>
              <a:t>MLP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Train/test split</a:t>
            </a:r>
          </a:p>
          <a:p>
            <a:r>
              <a:t>Cross-validation</a:t>
            </a:r>
          </a:p>
          <a:p>
            <a:r>
              <a:t>Metrics: AUC, Accuracy, Precision, Recall, F1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accuracy (~0.88)</a:t>
            </a:r>
          </a:p>
          <a:p>
            <a:r>
              <a:t>Very low recall (~0.01)</a:t>
            </a:r>
          </a:p>
          <a:p>
            <a:r>
              <a:t>Model ignores positive class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With Imbalance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Recall improves significantly (~0.63)</a:t>
            </a:r>
          </a:p>
          <a:p>
            <a:r>
              <a:t>F1 improves</a:t>
            </a:r>
          </a:p>
          <a:p>
            <a:r>
              <a:t>Accuracy decreases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Trade-off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Recall ↑</a:t>
            </a:r>
          </a:p>
          <a:p>
            <a:r>
              <a:t>Precision ↓</a:t>
            </a:r>
          </a:p>
          <a:p>
            <a:r>
              <a:t>Accuracy ↓</a:t>
            </a:r>
          </a:p>
          <a:p>
            <a:r>
              <a:t>Expected in imbalanced problems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models &gt; random</a:t>
            </a:r>
          </a:p>
          <a:p>
            <a:r>
              <a:t>Gradient Boosting best (AUC ~0.68)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recall</a:t>
            </a:r>
          </a:p>
          <a:p>
            <a:r>
              <a:t>More false positives</a:t>
            </a:r>
          </a:p>
          <a:p>
            <a:r>
              <a:t>Better detection of risk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Hyperparameter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tuned</a:t>
            </a:r>
          </a:p>
          <a:p>
            <a:r>
              <a:t>RandomizedSearchCV</a:t>
            </a:r>
          </a:p>
          <a:p>
            <a:r>
              <a:t>Improved generalization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Gradient Boosting best</a:t>
            </a:r>
          </a:p>
          <a:p>
            <a:r>
              <a:t>Imbalance handling critical</a:t>
            </a:r>
          </a:p>
          <a:p>
            <a:r>
              <a:t>Model-dependent effects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Typical AUC 0.65–0.75</a:t>
            </a:r>
          </a:p>
          <a:p>
            <a:r>
              <a:t>Our result ~0.68</a:t>
            </a:r>
          </a:p>
          <a:p>
            <a:r>
              <a:t>Consistent with literature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high-risk patients</a:t>
            </a:r>
          </a:p>
          <a:p>
            <a:r>
              <a:t>Reduce cost</a:t>
            </a:r>
          </a:p>
          <a:p>
            <a:r>
              <a:t>Improve care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Moderate AUC</a:t>
            </a:r>
          </a:p>
          <a:p>
            <a:r>
              <a:t>False positives</a:t>
            </a:r>
          </a:p>
          <a:p>
            <a:r>
              <a:t>Limited features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Threshold tuning</a:t>
            </a:r>
          </a:p>
          <a:p>
            <a:r>
              <a:t>Feature engineering</a:t>
            </a:r>
          </a:p>
          <a:p>
            <a:r>
              <a:t>XGBoost/LightGBM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Imbalance handling is key</a:t>
            </a:r>
          </a:p>
          <a:p>
            <a:r>
              <a:t>GB performs best</a:t>
            </a:r>
          </a:p>
          <a:p>
            <a:r>
              <a:t>Recall critical in healthcare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238</Words>
  <Application>Microsoft Office PowerPoint</Application>
  <PresentationFormat>全屏显示(4:3)</PresentationFormat>
  <Paragraphs>86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Diabetic Patients Readmission Prediction</vt:lpstr>
      <vt:lpstr>Overview</vt:lpstr>
      <vt:lpstr>Dataset</vt:lpstr>
      <vt:lpstr>Challenges</vt:lpstr>
      <vt:lpstr>Data Preprocessing</vt:lpstr>
      <vt:lpstr>Imbalance Handling</vt:lpstr>
      <vt:lpstr>Models</vt:lpstr>
      <vt:lpstr>Evaluation</vt:lpstr>
      <vt:lpstr>Baseline Results</vt:lpstr>
      <vt:lpstr>With Imbalance</vt:lpstr>
      <vt:lpstr>Key Trade-off</vt:lpstr>
      <vt:lpstr>ROC Analysis</vt:lpstr>
      <vt:lpstr>Confusion Matrix Insight</vt:lpstr>
      <vt:lpstr>Hyperparameter Tuning</vt:lpstr>
      <vt:lpstr>Interpretation</vt:lpstr>
      <vt:lpstr>Comparison</vt:lpstr>
      <vt:lpstr>Impact</vt:lpstr>
      <vt:lpstr>Limitations</vt:lpstr>
      <vt:lpstr>Future Work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Jacqui Li</cp:lastModifiedBy>
  <cp:revision>2</cp:revision>
  <dcterms:created xsi:type="dcterms:W3CDTF">2013-01-27T09:14:16Z</dcterms:created>
  <dcterms:modified xsi:type="dcterms:W3CDTF">2026-04-09T19:15:07Z</dcterms:modified>
  <cp:category/>
</cp:coreProperties>
</file>